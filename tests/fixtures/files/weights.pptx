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body text</a:t>
            </a:r>
          </a:p>
        </p:txBody>
      </p:sp>
      <p:sp>
        <p:nvSpPr>
          <p:cNvPr id="4" name="Mixed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plain </a:t>
            </a:r>
            <a:r>
              <a:rPr sz="2800" b="1"/>
              <a:t>bold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