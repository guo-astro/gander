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lets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Wingdings 2"/>
              <a:buChar char=""/>
            </a:pPr>
            <a:r>
              <a:rPr sz="2400"/>
              <a:t>A circle from Wingdings 2</a:t>
            </a:r>
          </a:p>
          <a:p>
            <a:pPr marL="457200" indent="-457200">
              <a:buFont typeface="Wingdings 3"/>
              <a:buChar char=""/>
            </a:pPr>
            <a:r>
              <a:rPr sz="2400"/>
              <a:t>An arrowhead from Wingdings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