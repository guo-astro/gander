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Level"/>
          <p:cNvCxnSpPr/>
          <p:nvPr/>
        </p:nvCxnSpPr>
        <p:spPr>
          <a:xfrm>
            <a:off x="914400" y="914400"/>
            <a:ext cx="3657600" cy="0"/>
          </a:xfrm>
          <a:prstGeom prst="line">
            <a:avLst/>
          </a:prstGeom>
          <a:ln w="38100">
            <a:solidFill>
              <a:srgbClr val="C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Upright"/>
          <p:cNvCxnSpPr/>
          <p:nvPr/>
        </p:nvCxnSpPr>
        <p:spPr>
          <a:xfrm>
            <a:off x="6400800" y="914400"/>
            <a:ext cx="0" cy="3657600"/>
          </a:xfrm>
          <a:prstGeom prst="line">
            <a:avLst/>
          </a:prstGeom>
          <a:ln w="38100">
            <a:solidFill>
              <a:srgbClr val="206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ule"/>
          <p:cNvSpPr/>
          <p:nvPr/>
        </p:nvSpPr>
        <p:spPr>
          <a:xfrm>
            <a:off x="914400" y="5486400"/>
            <a:ext cx="3657600" cy="0"/>
          </a:xfrm>
          <a:custGeom>
            <a:rect b="b" l="l" r="r" t="t"/>
            <a:pathLst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noFill/>
          <a:ln w="38100">
            <a:solidFill>
              <a:srgbClr val="20804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