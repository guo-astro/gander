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 nv.d3 draws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Beside the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slide after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