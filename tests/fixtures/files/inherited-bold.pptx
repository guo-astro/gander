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Bold from the master </a:t>
            </a:r>
            <a:r>
              <a:rPr b="0"/>
              <a:t>but not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Bold from the layout</a:t>
            </a:r>
          </a:p>
          <a:p>
            <a:pPr lvl="1"/>
            <a:r>
              <a:t>Plain at the second level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 by its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Italic from the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