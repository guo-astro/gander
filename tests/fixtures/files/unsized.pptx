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Unsized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No size anywhere</a:t>
            </a:r>
          </a:p>
        </p:txBody>
      </p:sp>
      <p:sp>
        <p:nvSpPr>
          <p:cNvPr id="3" name="Sized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Eighteen 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Gander tests</dc:creator>
  <cp:keywords/>
  <dc:description>generated using python-pptx</dc:description>
  <cp:lastModifiedBy>Gander tests</cp:lastModifiedBy>
  <cp:revision>1</cp:revision>
  <dcterms:created xsi:type="dcterms:W3CDTF">2026-01-01T00:00:00Z</dcterms:created>
  <dcterms:modified xsi:type="dcterms:W3CDTF">2026-01-01T00:00:00Z</dcterms:modified>
  <cp:category/>
</cp:coreProperties>
</file>