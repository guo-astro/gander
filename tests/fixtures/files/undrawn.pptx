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drawing in Windows' own format</a:t>
            </a:r>
          </a:p>
        </p:txBody>
      </p:sp>
      <p:pic>
        <p:nvPicPr>
          <p:cNvPr id="3" name="Picture 2" descr="image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2743200" cy="1828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114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doughnut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Beside the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