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2286000"/>
            <a:ext cx="3657600" cy="2743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om the master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Placed by the master</a:t>
            </a:r>
          </a:p>
        </p:txBody>
      </p:sp>
      <p:sp>
        <p:nvSpPr>
          <p:cNvPr id="3" name="From the layout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Placed by the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