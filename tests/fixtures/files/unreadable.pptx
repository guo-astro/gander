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50" name="No image"/>
          <p:cNvPicPr/>
          <p:nvPr userDrawn="1"/>
        </p:nvPicPr>
        <p:blipFill/>
        <p:spPr>
          <a:xfrm>
            <a:off x="457200" y="457200"/>
            <a:ext cx="914400" cy="914400"/>
          </a:xfrm>
          <a:prstGeom prst="rect">
            <a:avLst/>
          </a:prstGeom>
        </p:spPr>
      </p:pic>
      <p:sp>
        <p:nvSpPr>
          <p:cNvPr id="51" name="Layout text"/>
          <p:cNvSpPr txBox="1"/>
          <p:nvPr userDrawn="1"/>
        </p:nvSpPr>
        <p:spPr>
          <a:xfrm>
            <a:off x="457200" y="5943600"/>
            <a:ext cx="4572000" cy="457200"/>
          </a:xfrm>
          <a:prstGeom prst="rect">
            <a:avLst/>
          </a:prstGeom>
        </p:spPr>
        <p:txBody>
          <a:bodyPr/>
          <a:lstStyle/>
          <a:p>
            <a:r>
              <a:rPr lang="en-US" sz="1800"/>
              <a:t>Drawn by the layout</a:t>
            </a:r>
          </a:p>
        </p:txBody>
      </p:sp>
      <p:pic>
        <p:nvPicPr>
          <p:cNvPr id="52" name="Picture placeholder"/>
          <p:cNvPicPr/>
          <p:nvPr>
            <p:ph type="pic" idx="13"/>
          </p:nvPr>
        </p:nvPicPr>
        <p:blipFill/>
        <p:spPr>
          <a:xfrm>
            <a:off x="5486400" y="457200"/>
            <a:ext cx="914400" cy="914400"/>
          </a:xfrm>
        </p:spPr>
      </p:pic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chart Gander cannot read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36576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8288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Beside the chart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slide after it</a:t>
            </a:r>
          </a:p>
        </p:txBody>
      </p:sp>
      <p:sp>
        <p:nvSpPr>
          <p:cNvPr id="60" name="Shaded, no text"/>
          <p:cNvSpPr/>
          <p:nvPr/>
        </p:nvSpPr>
        <p:spPr>
          <a:xfrm>
            <a:off x="914400" y="1828800"/>
            <a:ext cx="1828800" cy="914400"/>
          </a:xfrm>
          <a:prstGeom prst="rect">
            <a:avLst/>
          </a:prstGeom>
          <a:gradFill/>
        </p:spPr>
      </p:sp>
      <p:sp>
        <p:nvSpPr>
          <p:cNvPr id="61" name="Shaded, with text"/>
          <p:cNvSpPr/>
          <p:nvPr/>
        </p:nvSpPr>
        <p:spPr>
          <a:xfrm>
            <a:off x="4572000" y="1828800"/>
            <a:ext cx="2743200" cy="914400"/>
          </a:xfrm>
          <a:prstGeom prst="rect">
            <a:avLst/>
          </a:prstGeom>
          <a:gradFill/>
        </p:spPr>
        <p:txBody>
          <a:bodyPr/>
          <a:lstStyle/>
          <a:p>
            <a:r>
              <a:rPr lang="en-US" sz="1800"/>
              <a:t>Words in a shaded box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On a layout with a broken picture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Gander tests</dc:creator>
  <cp:keywords/>
  <dc:description>generated using python-pptx</dc:description>
  <cp:lastModifiedBy>Gander tests</cp:lastModifiedBy>
  <cp:revision>1</cp:revision>
  <dcterms:created xsi:type="dcterms:W3CDTF">2026-01-01T00:00:00Z</dcterms:created>
  <dcterms:modified xsi:type="dcterms:W3CDTF">2026-01-01T00:00:00Z</dcterms:modified>
  <cp:category/>
</cp:coreProperties>
</file>