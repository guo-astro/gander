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Behind"/>
          <p:cNvSpPr txBox="1"/>
          <p:nvPr userDrawn="1"/>
        </p:nvSpPr>
        <p:spPr>
          <a:xfrm>
            <a:off x="457200" y="5943600"/>
            <a:ext cx="914400" cy="457200"/>
          </a:xfrm>
          <a:prstGeom prst="rect">
            <a:avLst/>
          </a:prstGeom>
        </p:spPr>
        <p:txBody>
          <a:bodyPr wrap="none"/>
          <a:lstStyle/>
          <a:p>
            <a:r>
              <a:rPr lang="en-US" sz="2000"/>
              <a:t>Drawn behind the slide and left whole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ing"/>
          <p:cNvSpPr>
            <a:spLocks noGrp="1"/>
          </p:cNvSpPr>
          <p:nvPr>
            <p:ph type="title"/>
          </p:nvPr>
        </p:nvSpPr>
        <p:spPr>
          <a:xfrm>
            <a:off x="3657600" y="274320"/>
            <a:ext cx="1828800" cy="914400"/>
          </a:xfrm>
        </p:spPr>
        <p:txBody>
          <a:bodyPr/>
          <a:lstStyle/>
          <a:p>
            <a:r>
              <a:t>A title its layout leaves whole</a:t>
            </a:r>
          </a:p>
        </p:txBody>
      </p:sp>
      <p:sp>
        <p:nvSpPr>
          <p:cNvPr id="3" name="Left"/>
          <p:cNvSpPr txBox="1"/>
          <p:nvPr/>
        </p:nvSpPr>
        <p:spPr>
          <a:xfrm>
            <a:off x="4572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/>
              <a:t>Aligned left and left whole</a:t>
            </a:r>
          </a:p>
        </p:txBody>
      </p:sp>
      <p:sp>
        <p:nvSpPr>
          <p:cNvPr id="4" name="Centred"/>
          <p:cNvSpPr txBox="1"/>
          <p:nvPr/>
        </p:nvSpPr>
        <p:spPr>
          <a:xfrm>
            <a:off x="41148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Centred and left whole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7772400" y="3657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/>
              <a:t>Aligned right and left whole</a:t>
            </a:r>
          </a:p>
        </p:txBody>
      </p:sp>
      <p:sp>
        <p:nvSpPr>
          <p:cNvPr id="6" name="Wrapping"/>
          <p:cNvSpPr txBox="1"/>
          <p:nvPr/>
        </p:nvSpPr>
        <p:spPr>
          <a:xfrm>
            <a:off x="4572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/>
              <a:t>This one wraps as before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