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Willowmere gate</a:t>
            </a:r>
          </a:p>
        </p:txBody>
      </p:sp>
      <p:sp>
        <p:nvSpPr>
          <p:cNvPr id="10" name="Gate"/>
          <p:cNvSpPr/>
          <p:nvPr/>
        </p:nvSpPr>
        <p:spPr>
          <a:xfrm>
            <a:off x="457200" y="1600200"/>
            <a:ext cx="1828800" cy="1371600"/>
          </a:xfrm>
          <a:custGeom>
            <a:rect b="b" l="l" r="r" t="t"/>
            <a:pathLst>
              <a:path w="1000" h="1000">
                <a:moveTo>
                  <a:pt x="200" y="0"/>
                </a:moveTo>
                <a:lnTo>
                  <a:pt x="600" y="0"/>
                </a:lnTo>
                <a:lnTo>
                  <a:pt x="1000" y="500"/>
                </a:lnTo>
                <a:lnTo>
                  <a:pt x="600" y="1000"/>
                </a:lnTo>
                <a:lnTo>
                  <a:pt x="200" y="1000"/>
                </a:lnTo>
                <a:close/>
              </a:path>
              <a:path w="1000" h="1000">
                <a:moveTo>
                  <a:pt x="0" y="250"/>
                </a:moveTo>
                <a:lnTo>
                  <a:pt x="200" y="250"/>
                </a:lnTo>
              </a:path>
              <a:path w="1000" h="1000">
                <a:moveTo>
                  <a:pt x="0" y="750"/>
                </a:moveTo>
                <a:lnTo>
                  <a:pt x="200" y="750"/>
                </a:lnTo>
              </a:path>
            </a:pathLst>
          </a:custGeom>
          <a:noFill/>
          <a:ln w="28575">
            <a:solidFill>
              <a:srgbClr val="1F4E9A"/>
            </a:solidFill>
          </a:ln>
        </p:spPr>
      </p:sp>
      <p:sp>
        <p:nvSpPr>
          <p:cNvPr id="11" name="Grid"/>
          <p:cNvSpPr/>
          <p:nvPr/>
        </p:nvSpPr>
        <p:spPr>
          <a:xfrm>
            <a:off x="457200" y="3429000"/>
            <a:ext cx="1828800" cy="914400"/>
          </a:xfrm>
          <a:custGeom>
            <a:rect b="b" l="l" r="r" t="t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  <a:path w="500" h="500">
                <a:moveTo>
                  <a:pt x="0" y="0"/>
                </a:moveTo>
                <a:lnTo>
                  <a:pt x="500" y="500"/>
                </a:lnTo>
              </a:path>
            </a:pathLst>
          </a:custGeom>
          <a:noFill/>
          <a:ln w="28575">
            <a:solidFill>
              <a:srgbClr val="1F4E9A"/>
            </a:solidFill>
          </a:ln>
        </p:spPr>
      </p:sp>
      <p:sp>
        <p:nvSpPr>
          <p:cNvPr id="12" name="Rule"/>
          <p:cNvSpPr/>
          <p:nvPr/>
        </p:nvSpPr>
        <p:spPr>
          <a:xfrm>
            <a:off x="457200" y="4800600"/>
            <a:ext cx="4572000" cy="12700"/>
          </a:xfrm>
          <a:custGeom>
            <a:rect b="b" l="l" r="r" t="t"/>
            <a:pathLst>
              <a:path w="1000" h="10">
                <a:moveTo>
                  <a:pt x="0" y="0"/>
                </a:moveTo>
                <a:lnTo>
                  <a:pt x="1000" y="0"/>
                </a:lnTo>
              </a:path>
            </a:pathLst>
          </a:custGeom>
          <a:noFill/>
          <a:ln w="28575">
            <a:solidFill>
              <a:srgbClr val="1F4E9A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