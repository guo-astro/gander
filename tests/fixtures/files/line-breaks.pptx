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oken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The first line</a:t>
            </a:r>
            <a:br/>
            <a:r>
              <a:rPr sz="2800"/>
              <a:t>the second</a:t>
            </a:r>
            <a:br/>
            <a:r>
              <a:rPr sz="2800"/>
              <a:t>and the third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Gander tests</dc:creator>
  <cp:keywords/>
  <dc:description>generated using python-pptx</dc:description>
  <cp:lastModifiedBy>Gander tests</cp:lastModifiedBy>
  <cp:revision>1</cp:revision>
  <dcterms:created xsi:type="dcterms:W3CDTF">2026-01-01T00:00:00Z</dcterms:created>
  <dcterms:modified xsi:type="dcterms:W3CDTF">2026-01-01T00:00:00Z</dcterms:modified>
  <cp:category/>
</cp:coreProperties>
</file>